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nva Sans Bold" charset="1" panose="020B0803030501040103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3398564"/>
            <a:ext cx="18288000" cy="250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b="true" sz="7199" u="sng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SUPER-MARKET BILLING PROGRAM USING LOOPS (PYTHON)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5261" y="1028700"/>
            <a:ext cx="17737478" cy="7605949"/>
          </a:xfrm>
          <a:custGeom>
            <a:avLst/>
            <a:gdLst/>
            <a:ahLst/>
            <a:cxnLst/>
            <a:rect r="r" b="b" t="t" l="l"/>
            <a:pathLst>
              <a:path h="7605949" w="17737478">
                <a:moveTo>
                  <a:pt x="0" y="0"/>
                </a:moveTo>
                <a:lnTo>
                  <a:pt x="17737478" y="0"/>
                </a:lnTo>
                <a:lnTo>
                  <a:pt x="17737478" y="7605949"/>
                </a:lnTo>
                <a:lnTo>
                  <a:pt x="0" y="76059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78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366" y="1257962"/>
            <a:ext cx="17983268" cy="7260744"/>
          </a:xfrm>
          <a:custGeom>
            <a:avLst/>
            <a:gdLst/>
            <a:ahLst/>
            <a:cxnLst/>
            <a:rect r="r" b="b" t="t" l="l"/>
            <a:pathLst>
              <a:path h="7260744" w="17983268">
                <a:moveTo>
                  <a:pt x="0" y="0"/>
                </a:moveTo>
                <a:lnTo>
                  <a:pt x="17983268" y="0"/>
                </a:lnTo>
                <a:lnTo>
                  <a:pt x="17983268" y="7260745"/>
                </a:lnTo>
                <a:lnTo>
                  <a:pt x="0" y="7260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601" y="630397"/>
            <a:ext cx="17974798" cy="8627903"/>
          </a:xfrm>
          <a:custGeom>
            <a:avLst/>
            <a:gdLst/>
            <a:ahLst/>
            <a:cxnLst/>
            <a:rect r="r" b="b" t="t" l="l"/>
            <a:pathLst>
              <a:path h="8627903" w="17974798">
                <a:moveTo>
                  <a:pt x="0" y="0"/>
                </a:moveTo>
                <a:lnTo>
                  <a:pt x="17974798" y="0"/>
                </a:lnTo>
                <a:lnTo>
                  <a:pt x="17974798" y="8627903"/>
                </a:lnTo>
                <a:lnTo>
                  <a:pt x="0" y="86279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232" y="671410"/>
            <a:ext cx="18023537" cy="8944180"/>
          </a:xfrm>
          <a:custGeom>
            <a:avLst/>
            <a:gdLst/>
            <a:ahLst/>
            <a:cxnLst/>
            <a:rect r="r" b="b" t="t" l="l"/>
            <a:pathLst>
              <a:path h="8944180" w="18023537">
                <a:moveTo>
                  <a:pt x="0" y="0"/>
                </a:moveTo>
                <a:lnTo>
                  <a:pt x="18023536" y="0"/>
                </a:lnTo>
                <a:lnTo>
                  <a:pt x="18023536" y="8944180"/>
                </a:lnTo>
                <a:lnTo>
                  <a:pt x="0" y="8944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43241" y="4463395"/>
            <a:ext cx="5601519" cy="122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  <a:spcBef>
                <a:spcPct val="0"/>
              </a:spcBef>
            </a:pPr>
            <a:r>
              <a:rPr lang="en-US" b="true" sz="7199" u="sng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DAG-kOyN5g8</dc:identifier>
  <dcterms:modified xsi:type="dcterms:W3CDTF">2011-08-01T06:04:30Z</dcterms:modified>
  <cp:revision>1</cp:revision>
  <dc:title>SUPER-MARKET BILLING PROGRAM USING LOOPS (PYTHON)</dc:title>
</cp:coreProperties>
</file>